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45920"/>
            <a:ext cx="73152" cy="2194560"/>
          </a:xfrm>
          <a:prstGeom prst="rect">
            <a:avLst/>
          </a:prstGeom>
          <a:solidFill>
            <a:srgbClr val="E87D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45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CONVOKE 8.0  .  KNOWLEDGEQUARRY  .  APRIL 10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RL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to meter traffic at a 3-to-1 lane merge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1  /  ML Engineering track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961120" y="5760720"/>
            <a:ext cx="2651760" cy="0"/>
          </a:xfrm>
          <a:prstGeom prst="line">
            <a:avLst/>
          </a:prstGeom>
          <a:noFill/>
          <a:ln w="12700">
            <a:solidFill>
              <a:srgbClr val="E87D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Tanishq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MAIT Delhi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E87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+36.6%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throughput vs baseline, 15 held-out seeds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.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bottlenecks actually break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 road narrows from three lanes to one, drivers panic-merge late.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interference between merging vehicles collapses throughput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to 30 percent below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theoretical capacity.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Traffic engineering literature calls this the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drop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It is not a capacity problem. It is a behaviour problem under spatial constraint.</a:t>
            </a:r>
            <a:endParaRPr lang="en-US" sz="1600" dirty="0"/>
          </a:p>
        </p:txBody>
      </p:sp>
      <p:pic>
        <p:nvPicPr>
          <p:cNvPr id="5" name="Image 0" descr="/home/claude/ppt/eda_02_baseline_space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54480"/>
            <a:ext cx="566928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4800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simulation - the dark wedge growing from the red line is the upstream queue filling the entire road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5669280"/>
            <a:ext cx="11064240" cy="0"/>
          </a:xfrm>
          <a:prstGeom prst="line">
            <a:avLst/>
          </a:prstGeom>
          <a:noFill/>
          <a:ln w="12700">
            <a:solidFill>
              <a:srgbClr val="E87D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806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THROUGHPUT    0.388 veh/step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5806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UPSTREAM QUEUE    180 cells (max)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5806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AVG WAIT    158 steps per vehicle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. 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layers, each one tests the last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PPO fails, rule-based still beats baseline. If both fail, baseline itself exposes the problem. Each layer is a fallback.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685800" cy="6858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 Nagel-Schreckenberg cellular automaton. Three lanes narrow to one at cell 180. Capacity drop modeled explicitly - density above 0.35 triggers a 15 to 30 percent throughput collapse. 250 lines of Python, no external simulator dependencies.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685800" cy="685800"/>
          </a:xfrm>
          <a:prstGeom prst="ellipse">
            <a:avLst/>
          </a:prstGeom>
          <a:solidFill>
            <a:srgbClr val="4B5563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778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meter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Density-aware soft throttle. Measures merge zone occupancy every step, caps vehicle velocity upstream at graded thresholds. Hand-tuned. Already beats baseline on congestion by 28.7 percent.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2103120"/>
            <a:ext cx="685800" cy="685800"/>
          </a:xfrm>
          <a:prstGeom prst="ellipse">
            <a:avLst/>
          </a:prstGeom>
          <a:solidFill>
            <a:srgbClr val="E87D1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554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RL agent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0" y="306324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Stable-Baselines3 PPO. 10-dimensional observation, 5 discrete actions. Reward shaped to break the do-nothing local optimum that collapsed two earlier training runs. Trained on CPU in 7 minutes.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6035040"/>
            <a:ext cx="3429000" cy="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6172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 CONTRIBUTION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.  SIMULATOR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custom, and what it actually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reasons we did not use SUMO.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transparency. Every line of this simulator is ours and explainable. The brief's first evaluation criterion is clarity of modeling. A black-box traffic simulator fails it.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the capacity drop mechanic is not a SUMO default. Without it, the bottleneck is just a linear narrowing and no controller can help. We needed to model it explicitly.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road_length        250 cells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n_lanes            3  (lanes 0, 1 die at cell 180)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v_max              5  cells per timestep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p_slow             0.25  (NS random deceleration)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arrival_rate       0.75  per lane per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capacity_drop      triggers above merge density 0.35</a:t>
            </a:r>
            <a:endParaRPr lang="en-US" sz="1100" dirty="0"/>
          </a:p>
        </p:txBody>
      </p:sp>
      <p:pic>
        <p:nvPicPr>
          <p:cNvPr id="7" name="Image 0" descr="/home/claude/ppt/eda_03_velocity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45920"/>
            <a:ext cx="576072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48463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velocity profile. Vehicles slow to a crawl well before the bottleneck and recover instantly past it. The collapse is where the capacity drop fires.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.  EXPLORATORY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uncontrolled system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introducing any control, characterize the baseline across seeds and arrival rates to establish the control problem.</a:t>
            </a:r>
            <a:endParaRPr lang="en-US" sz="1300" dirty="0"/>
          </a:p>
        </p:txBody>
      </p:sp>
      <p:pic>
        <p:nvPicPr>
          <p:cNvPr id="5" name="Image 0" descr="/home/claude/ppt/eda_04_fundamental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777240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34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Fundamental diagram: throughput, waiting time, and congestion length across 9 arrival rates. The operating point we picked (dotted red, 0.75) is deep in the saturated regime. Throughput is locked near 0.39, congestion is maxed at 180 cells. This is where a controller can actually make a difference.</a:t>
            </a:r>
            <a:endParaRPr lang="en-US" sz="1100" dirty="0"/>
          </a:p>
        </p:txBody>
      </p:sp>
      <p:pic>
        <p:nvPicPr>
          <p:cNvPr id="7" name="Image 1" descr="/home/claude/ppt/eda_01_baseline_vari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920240"/>
            <a:ext cx="347472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15-seed variance. Throughput std = 0.01. Tight distributions mean small improvements are real, not noise.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50392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OPERATING POINT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503920" y="4846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arrival_rate = 0.75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stressed regime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collapses to 0.388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queue fills entire 180-cell road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.  FIRST ATTEMPT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hand-coded meter, already useful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Density-aware soft throttle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Positioned at cell 30, well upstream of the bottleneck. Every step, it measures density in the merge zone and applies a velocity cap to vehicles passing through the meter window.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cap is graded: free flow below 0.18, cap at 2 below 0.22, cap at 1 below 0.28, full stop above that.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acts preemptively - throttles before the merge zone crosses the capacity drop threshold at 0.35.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RULE-BASED vs BASELINE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920240"/>
          <a:ext cx="521208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09728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Metric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Rule-based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Change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Throughput (veh/step)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0.388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0.404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+4.1%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Waiting time (steps)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158.5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157.1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-0.9%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Congestion length (cells)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180.0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128.4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-28.7%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75120" y="4114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Useful, but brittle.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Fixed thresholds, no state awareness, no adaptation. A learned policy should do better.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12700">
            <a:solidFill>
              <a:srgbClr val="E87D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NEXT: a PPO agent learns the policy from scratch, with no knowledge of these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.  REINFORCEMENT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the policy from scratch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ALGORITHM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PPO  /  Stable-Baselines3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OBSERVATION (10D)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per-lane density and velocity, merge zone density, exit density, recent throughput averages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ACTIONS (5)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cap  /  cap 3  /  cap 2  /  cap 1  /  full stop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throughput bonus + density-safe bonuses - steep critical-density penalty - small do-nothing penalty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CPU, 150k timesteps, 7 minutes</a:t>
            </a:r>
            <a:endParaRPr lang="en-US" sz="1200" dirty="0"/>
          </a:p>
        </p:txBody>
      </p:sp>
      <p:pic>
        <p:nvPicPr>
          <p:cNvPr id="14" name="Image 0" descr="/home/claude/ppt/results_03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554480"/>
            <a:ext cx="7955280" cy="3200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23360" y="4800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curve, evaluated every 10 episodes on 5 held-out seeds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23360" y="52578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Flat exploration for 140 episodes, then </a:t>
            </a:r>
            <a:pPr indent="0" marL="0">
              <a:buNone/>
            </a:pPr>
            <a:r>
              <a:rPr lang="en-US" sz="12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breakthrough at episode 150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The agent discovers the metering strategy and throughput jumps from 0.39 to 0.54. Oscillation in the late phase is exploration noise from ent_coef = 0.05 - deterministic eval is stable.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. 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15-seed held-out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E87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+36.6%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throughput vs baseline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PPO RL agent, 150k training steps, evaluated deterministically on 15 held-out seeds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-14.2%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waiting time vs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+31.2%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throughput over rule-based controller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seeds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 used during training</a:t>
            </a:r>
            <a:endParaRPr lang="en-US" sz="1100" dirty="0"/>
          </a:p>
        </p:txBody>
      </p:sp>
      <p:pic>
        <p:nvPicPr>
          <p:cNvPr id="13" name="Image 0" descr="/home/claude/ppt/results_05_final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46320"/>
            <a:ext cx="11430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.  INTERPRETATION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rediscovered bang-bang control</a:t>
            </a:r>
            <a:endParaRPr lang="en-US" sz="3000" dirty="0"/>
          </a:p>
        </p:txBody>
      </p:sp>
      <p:pic>
        <p:nvPicPr>
          <p:cNvPr id="4" name="Image 0" descr="/home/claude/ppt/results_04_policy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858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had 5 actions. It used 2.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80960" y="22860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316 steps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cap velocity at 2 when merge zone is crowded (density above 0.84)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184 steps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full stop when the downstream clears (density below 0.27)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E87D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a binary alternating strategy - throttle hard while downstream is crowded, release everything at once when it clears.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a named strategy in the traffic engineering literature: bang-bang control.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agent was not told to do this. It was rewarded for throughput and penalized for exceeding critical density. The strategy is emergent.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 .  SUBMISSION DIFF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in 48 hours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554480"/>
            <a:ext cx="0" cy="3291840"/>
          </a:xfrm>
          <a:prstGeom prst="line">
            <a:avLst/>
          </a:prstGeom>
          <a:noFill/>
          <a:ln w="12700">
            <a:solidFill>
              <a:srgbClr val="E87D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APRIL 8 PRELIMINARY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working, no capacity drop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(rule-based only)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seeds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RL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only, not trained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curve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+3.3% throughput (fragile)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APRIL 10 FINAL  /  TODAY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Simulator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drop added, physically grounded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(baseline, rule-based, PPO)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held-out seeds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RL 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PPO trained, 150k steps, SB3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curve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 eval checkpoints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+36.6% throughput, robust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E87D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7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CAVEATS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5321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Congestion length stayed flat under PPO because the agent uses the upstream road as a buffer. Different reward would give a different tradeoff.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took three attempts. The first two collapsed to do-nothing. Reward shaping broke the local optimum.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These are simulator numbers. Relative improvements are meaningful; absolutes are simulator-specific.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836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Tanishq  /  MAIT Delhi  /  April 10 2026  /  Convoke 8.0 KnowledgeQuarry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Bottleneck RL - Convoke 8.0</dc:title>
  <dc:subject>PptxGenJS Presentation</dc:subject>
  <dc:creator>Tanishq</dc:creator>
  <cp:lastModifiedBy>Tanishq</cp:lastModifiedBy>
  <cp:revision>1</cp:revision>
  <dcterms:created xsi:type="dcterms:W3CDTF">2026-04-09T22:01:54Z</dcterms:created>
  <dcterms:modified xsi:type="dcterms:W3CDTF">2026-04-09T22:01:54Z</dcterms:modified>
</cp:coreProperties>
</file>